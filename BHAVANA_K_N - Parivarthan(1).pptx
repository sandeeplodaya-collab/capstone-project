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BHAVANA K 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into PPT – separate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